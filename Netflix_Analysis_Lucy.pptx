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3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on Netflix?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Dowdle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Plot- Family Titles Are Biggest Category</a:t>
            </a:r>
            <a:endParaRPr lang="en-US" sz="2600" dirty="0"/>
          </a:p>
        </p:txBody>
      </p:sp>
      <p:pic>
        <p:nvPicPr>
          <p:cNvPr id="3" name="Image 0" descr="1_bar_ra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623560" cy="3067396"/>
          </a:xfrm>
          <a:prstGeom prst="rect">
            <a:avLst/>
          </a:prstGeom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355080" y="1051560"/>
            <a:ext cx="2377440" cy="3840480"/>
          </a:xfrm>
          <a:prstGeom prst="roundRect">
            <a:avLst>
              <a:gd name="adj" fmla="val 3077"/>
            </a:avLst>
          </a:prstGeom>
          <a:solidFill>
            <a:srgbClr val="F7F2F2"/>
          </a:solidFill>
          <a:ln w="9525">
            <a:solidFill>
              <a:srgbClr val="E8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37960" y="1554480"/>
            <a:ext cx="2057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 of title counts across all 13 content ratings, sorted descending.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TV-14 leads (234 titles), but kid/family ratings together cover 569 of 1,000 titles.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content (TV-MA, R, NR) is a clear minority at 18% of the catalog.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ax.bar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counts labeled via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ax.annotate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42245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057400" y="42245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catalog carries a kids/family-friendly rating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Plot- 2016 Was a Busy Year </a:t>
            </a:r>
            <a:endParaRPr lang="en-US" sz="2600" dirty="0"/>
          </a:p>
        </p:txBody>
      </p:sp>
      <p:pic>
        <p:nvPicPr>
          <p:cNvPr id="3" name="Image 0" descr="2_line_y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623560" cy="3067396"/>
          </a:xfrm>
          <a:prstGeom prst="rect">
            <a:avLst/>
          </a:prstGeom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355080" y="1051560"/>
            <a:ext cx="2377440" cy="3840480"/>
          </a:xfrm>
          <a:prstGeom prst="roundRect">
            <a:avLst>
              <a:gd name="adj" fmla="val 3077"/>
            </a:avLst>
          </a:prstGeom>
          <a:solidFill>
            <a:srgbClr val="F7F2F2"/>
          </a:solidFill>
          <a:ln w="9525">
            <a:solidFill>
              <a:srgbClr val="E8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37960" y="1554480"/>
            <a:ext cx="2057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 of titles by release year, 2000–2017, with fill_between() shading under the curve.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stay near 10–20 through 2011, then climb sharply after 2012.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is 2016 with 292 titles, annotated with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ax.annotate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 arrow.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catalog was released in 2015–2017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3000" y="42245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057400" y="42245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from 2016 alone which is more than the years 2000–2011 combined.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Plot- Mature Content Rates Are Higher</a:t>
            </a:r>
            <a:endParaRPr lang="en-US" sz="2600" dirty="0"/>
          </a:p>
        </p:txBody>
      </p:sp>
      <p:pic>
        <p:nvPicPr>
          <p:cNvPr id="3" name="Image 0" descr="3_scatter_maturity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623560" cy="3067396"/>
          </a:xfrm>
          <a:prstGeom prst="rect">
            <a:avLst/>
          </a:prstGeom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355080" y="1051560"/>
            <a:ext cx="2377440" cy="3840480"/>
          </a:xfrm>
          <a:prstGeom prst="roundRect">
            <a:avLst>
              <a:gd name="adj" fmla="val 3077"/>
            </a:avLst>
          </a:prstGeom>
          <a:solidFill>
            <a:srgbClr val="F7F2F2"/>
          </a:solidFill>
          <a:ln w="9525">
            <a:solidFill>
              <a:srgbClr val="E8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37960" y="1554480"/>
            <a:ext cx="2057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maturity level vs. user rating score (605 titles with valid scores).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colored by maturity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trend line: slope 0.14.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cluster high (mean ≈ 84), but rises with maturity.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5879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was a family platform first.  </a:t>
            </a:r>
            <a:r>
              <a:rPr lang="en-US" sz="13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titles carry kids/family titles.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49424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671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is newer.  </a:t>
            </a:r>
            <a:r>
              <a:rPr lang="en-US" sz="13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titles were released 2015–2017, peaking at 292 in 2016. Netflix prioritizes recency over a back-catalog.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5536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63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content earns higher scores.  </a:t>
            </a:r>
            <a:r>
              <a:rPr lang="en-US" sz="13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 rise with maturity levels showing adult-oriented titles satisfy their audience slightly more.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291</Words>
  <Application>Microsoft Office PowerPoint</Application>
  <PresentationFormat>On-screen Show (16:9)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Catalog Analysis</dc:title>
  <dc:subject>PptxGenJS Presentation</dc:subject>
  <dc:creator>Lucy</dc:creator>
  <cp:lastModifiedBy>Lucy Dowdle</cp:lastModifiedBy>
  <cp:revision>3</cp:revision>
  <dcterms:created xsi:type="dcterms:W3CDTF">2026-06-11T16:40:39Z</dcterms:created>
  <dcterms:modified xsi:type="dcterms:W3CDTF">2026-06-11T16:54:46Z</dcterms:modified>
</cp:coreProperties>
</file>